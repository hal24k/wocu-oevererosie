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1" r:id="rId9"/>
    <p:sldId id="272" r:id="rId23"/>
    <p:sldId id="273" r:id="rId24"/>
    <p:sldId id="260" r:id="rId8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7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8.xml"/><Relationship Id="rId2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1826239" y="1554480"/>
            <a:ext cx="8539522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pic>
        <p:nvPicPr>
          <p:cNvPr id="4" name="Picture 3" descr="rul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Grootste winst: de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Doolhof, fragment en kronkelende lijn elk ≈ −0.3 tot −0.4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Verkeerde oever en te weinig punten alleen: nauwelijks — ze werken pas in combinatie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Samen: 2.27 — meer dan de som van de delen, omdat de regels elkaars ruis wegnemen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10)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1.03 (R = 10) en 0.85 (R = 20) — maar de naïeve fout zakt mee: de skill piekt bij R = 10 (+30 %) en bij R = 20 heeft 31 % van de segment-datums geen meting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10 (≈ 10 m). Fijner is alleen een gladdere meetlat, geen beter model — tot de lijnbemonstering (60 punten per lijn) verdicht wordt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10: skill +30 %, positiefout 1.05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Eindrun — eerlijk gemeten, nieuwe splitsing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Volledige pipeline op een nieuwe 80/20-splitsing, testset buiten de training · alleen binnen een rij vergelijken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R = 5 · paren ≥ 2 jr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Slide 14 = het experiment op de vaste testset (met test-set early stopping); dit = de volledige pipeline op een nieuwe splitsing zónder de testset in de training — strenger, en daarom hoger: 2.13 → 2.47 en 1.07 → 1.23 (R = 5; R = 10 volgt in de volgende run)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Vlakken met voorspelling 8 006 → 10 721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1.23 is m/jr op de ≥ 2-jaar-meetlat — lees het als '31 % beter dan niets doen', niet als '2× beter dan 2.47'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(≈ 10–20 m) een verwachte positie ≥ 2 jaar vooruit — mediane positiefout ≈ 1 m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Tien segmenten per vlak (≈ 10 m); gemeten én voorspelde oever als lijn; positiefout ≈ 1 m op ≥ 2 jaar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