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70" r:id="rId5"/>
    <p:sldId id="259" r:id="rId6"/>
    <p:sldId id="271" r:id="rId22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9"/>
    <p:restoredTop sz="94695"/>
  </p:normalViewPr>
  <p:slideViewPr>
    <p:cSldViewPr snapToGrid="0" snapToObjects="1">
      <p:cViewPr>
        <p:scale>
          <a:sx n="101" d="100"/>
          <a:sy n="101" d="100"/>
        </p:scale>
        <p:origin x="55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hoogtemodel (maart): de ene afstand (gestippeld) ligt 38 m naast de gemeten oever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C314E6-9497-9F41-719D-D84E6D9FC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59" y="1505425"/>
            <a:ext cx="11297009" cy="30540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918158" y="4571996"/>
            <a:ext cx="10042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 — </a:t>
            </a:r>
            <a:r>
              <a:rPr dirty="0" err="1"/>
              <a:t>ook</a:t>
            </a:r>
            <a:r>
              <a:rPr dirty="0"/>
              <a:t> die van de baseline.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1.174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3,99 m/jr (4,12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3,99 naar 2,27 op de vaste testset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0,94)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8686800" cy="362871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18320" y="15544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1">
                <a:solidFill>
                  <a:srgbClr val="6B7778"/>
                </a:solidFill>
              </a:defRPr>
            </a:pPr>
            <a:r>
              <a:t>Leeswijzer: 4,12 was de score van het 19 aug-model op zijn eigen willekeurige train/test-splitsing. Voor het experiment is één vaste testset van 1.174 vlakken bevroren zodat 50+ varianten vergelijkbaar zijn; datzelfde model scoort daarop 3,99. Alle stappen hierna zijn op deze set gemeten.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Kribben en kunstwerken: nu een laag, geen gok meer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Deze week geleverd: kribben landelijk (1.922 → 4.698) + 6.386 kunstwerken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566490"/>
          </a:xfrm>
          <a:prstGeom prst="rect">
            <a:avLst/>
          </a:prstGeom>
        </p:spPr>
      </p:pic>
      <p:pic>
        <p:nvPicPr>
          <p:cNvPr id="6" name="Picture 5" descr="structures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463040"/>
            <a:ext cx="4572000" cy="19098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40233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Op de vaste testset is de laag metrisch neutraal: de opschoonregels vangen deze artefacten al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Wél: 218 vlakken vallen af waarvan de 'oever' een constructie was — juistheid en dekking, geen foutwinst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Les: wat een regel kan afleiden, hoeft niet gelabeld · wat een regel níet kan zien, wel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van 2,27 naar 2,13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Historie-features op resolutie 1 — en de horizon als meetlat voor het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pic>
        <p:nvPicPr>
          <p:cNvPr id="5" name="Picture 4" descr="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8265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Features uit de hele meetreeks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níet werkte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Trainen op losse jaar-op-jaar stappen (sub-jaar ruis), huber-loss (beter gemiddeld, slechter op de staart), debiet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Horizon ≥ 2 jaar — voor het alarm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Hoogtemodel-paren zijn altijd 3–5 jaar uit elkaar; SAM-paren 1 jaar → ruis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Zelfde doel (m/jr), zelfde fout, alleen paren ≥ 2 jaar: 1 vlak met 6 metingen = 10 leervoorbeelden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−9,7 m/jr; de vijf segmenten lopen van −17,1 tot +1,4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pic>
        <p:nvPicPr>
          <p:cNvPr id="6" name="Picture 5" descr="resolution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2,25 (R = 1) naar 1,88 (R = 5) en 1,61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2,1–2,2: het vlak-getal zelf heeft een vloer (0,5–1,1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−1,72 m/jr (−43 %) · historie-features: −0,14 · structurenlaag: ±0 (dekking/juistheid) · resolutie: andere eenheid, −0,25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0,78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0,94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4,6 / 5,5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2,86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2,47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5,0 / 6,3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1,23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8.006 → 10.721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1,23 is m/jr op een gladdere meetlat — lees het als '31 % beter dan niets doen', niet als '2× beter dan 2,47'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4,12): nu 1,7× op die exacte meetlat, met strengere validatie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(48.000 segmenten, 10.000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Vijf terugkerende patronen — elk een 'oever' die geen oever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5307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(5,9 %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1507</Words>
  <Application>Microsoft Macintosh PowerPoint</Application>
  <PresentationFormat>Widescreen</PresentationFormat>
  <Paragraphs>137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2</cp:revision>
  <dcterms:created xsi:type="dcterms:W3CDTF">2013-01-27T09:14:16Z</dcterms:created>
  <dcterms:modified xsi:type="dcterms:W3CDTF">2026-08-26T06:36:20Z</dcterms:modified>
  <cp:category/>
</cp:coreProperties>
</file>