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1" r:id="rId9"/>
    <p:sldId id="272" r:id="rId23"/>
    <p:sldId id="273" r:id="rId24"/>
    <p:sldId id="260" r:id="rId8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7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8.xml"/><Relationship Id="rId2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pic>
        <p:nvPicPr>
          <p:cNvPr id="4" name="Picture 3" descr="rul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Grootste winst: de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Doolhof, fragment en kronkelende lijn elk ≈ −0.3 tot −0.4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Verkeerde oever en te weinig punten alleen: nauwelijks — ze werken pas in combinatie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Samen: 2.27 — meer dan de som van de delen, omdat de regels elkaars ruis wegnemen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2.25 (R = 1) naar 1.88 (R = 5) en 1.61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2.1–2.2: het vlak-getal zelf heeft een vloer (0.5–1.1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historie-features: −0.14 · structurenlaag: ±0 (dekking/juistheid) · resolutie: andere eenheid, −0.25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8 006 → 10 721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1.23 is m/jr op een gladdere meetlat — lees het als '31 % beter dan niets doen', niet als '2× beter dan 2.47'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(48 000 segmenten, 10 000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