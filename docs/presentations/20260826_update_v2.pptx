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>
        <p:scale>
          <a:sx n="117" d="100"/>
          <a:sy n="117" d="100"/>
        </p:scale>
        <p:origin x="-288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1 174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3.99 m/jr (4.12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289560" y="1993900"/>
            <a:ext cx="11612880" cy="52226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3.99 naar 2.27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0.94)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4.12 was de score van het 19 aug-model op zijn eigen willekeurige train/test-splitsing. Voor het experiment is één vaste testset van 1 174 vlakken bevroren zodat 50+ varianten vergelijkbaar zijn; datzelfde model scoort daarop 3.99. Alle stappen hierna zijn op deze set gemeten.</a:t>
            </a:r>
          </a:p>
        </p:txBody>
      </p:sp>
      <p:pic>
        <p:nvPicPr>
          <p:cNvPr id="10" name="Picture 9" descr="cleaning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Kribben en kunstwerken: nu een laag, geen gok meer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Deze week geleverd: kribben landelijk (1 922 → 4 698) + 6 386 kunstwerken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566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4023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Op de vaste testset is de laag metrisch neutraal: de opschoonregels vangen deze artefacten al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Wél: 218 vlakken vallen af waarvan de 'oever' een constructie was — juistheid en dekking, geen foutwinst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Les: wat een regel kan afleiden, hoeft niet gelabeld · wat een regel níet kan zien, wel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pic>
        <p:nvPicPr>
          <p:cNvPr id="9" name="Picture 8" descr="structures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463040"/>
            <a:ext cx="4572000" cy="19098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van 2.27 naar 2.13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Historie-features op resolutie 1 — en de horizon als meetlat voor het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Features uit de hele meetreeks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níet werkte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Trainen op losse jaar-op-jaar stappen (sub-jaar ruis), huber-loss (beter gemiddeld, slechter op de staart), debiet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Horizon ≥ 2 jaar — voor het alarm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Hoogtemodel-paren zijn altijd 3–5 jaar uit elkaar; SAM-paren 1 jaar → ruis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Zelfde doel (m/jr), zelfde fout, alleen paren ≥ 2 jaar: 1 vlak met 6 metingen = 10 leervoorbeelden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8265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2.25 (R = 1) naar 1.88 (R = 5) en 1.61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2.1–2.2: het vlak-getal zelf heeft een vloer (0.5–1.1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historie-features: −0.14 · structurenlaag: ±0 (dekking/juistheid) · resolutie: andere eenheid, −0.25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8 006 → 10 721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1.23 is m/jr op een gladdere meetlat — lees het als '31 % beter dan niets doen', niet als '2× beter dan 2.47'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(48 000 segmenten, 10 000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1760</Words>
  <Application>Microsoft Macintosh PowerPoint</Application>
  <PresentationFormat>Widescreen</PresentationFormat>
  <Paragraphs>180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4</cp:revision>
  <dcterms:created xsi:type="dcterms:W3CDTF">2013-01-27T09:14:16Z</dcterms:created>
  <dcterms:modified xsi:type="dcterms:W3CDTF">2026-08-26T06:57:02Z</dcterms:modified>
  <cp:category/>
</cp:coreProperties>
</file>