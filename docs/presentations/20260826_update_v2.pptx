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0" r:id="rId5"/>
    <p:sldId id="259" r:id="rId6"/>
    <p:sldId id="271" r:id="rId7"/>
    <p:sldId id="261" r:id="rId9"/>
    <p:sldId id="272" r:id="rId23"/>
    <p:sldId id="273" r:id="rId24"/>
    <p:sldId id="260" r:id="rId8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95"/>
  </p:normalViewPr>
  <p:slideViewPr>
    <p:cSldViewPr snapToGrid="0" snapToObjects="1">
      <p:cViewPr>
        <p:scale>
          <a:sx n="117" d="100"/>
          <a:sy n="117" d="100"/>
        </p:scale>
        <p:origin x="-288" y="-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7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8.xml"/><Relationship Id="rId24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Oevererosietool — van lijn naar oever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Voortgang voorspellend model · wat we vonden · wat we nodig hebben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t>Update 26 augustus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scopevlak — en een oever is geen rechte lijn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hoogtemodel (maart): de ene afstand (gestippeld) ligt 38 m naast de gemeten oever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er sindsdien binnenkwam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3</a:t>
            </a:r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 — </a:t>
            </a:r>
            <a:r>
              <a:rPr dirty="0" err="1"/>
              <a:t>ook</a:t>
            </a:r>
            <a:r>
              <a:rPr dirty="0"/>
              <a:t> die van de baseline.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Uitgangspunt: het model van 19 augustus, resolutie 1, één vaste testset van 1 174 vlakken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Verkeerde-oever-detecties weghalen zónder de meting weg te gooien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Kribben, bruggen, nevengeulen, doolhoven, fragmenten, uitschieters in de tijd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t>Leeswijzer: op deze vaste testset scoort het model van 19 augustus 3.99 m/jr (4.12 op de eigen split van toen). Alle cijfers hierna zijn op deze set, zodat stappen optelbaar zijn.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Vijf terugkerende patronen — elk een 'oever' die geen oever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/>
          <a:stretch>
            <a:fillRect/>
          </a:stretch>
        </p:blipFill>
        <p:spPr>
          <a:xfrm>
            <a:off x="289560" y="1993900"/>
            <a:ext cx="11612880" cy="52226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Voorbeeld: wat een opschoonregel doet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Kribvak op de Nederrijn — zonder en met structurenmasker (kribben + kunstwerken, 10 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5664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692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Zonder masker volgt de 'oever' de kribflank: het ene getal per jaar (gestippeld) springt heen en weer — +7.7 m/jr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Met masker vallen de kribpunten weg en blijft de echte oever over: −22.2 m/jr, consistent over de jaren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 werkt elke regel: niet de meting weggooien, maar het deel dat geen oever is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Deze week: kribben landelijk (1 922 → 4 698) en 6 386 kunstwerken als laag — geen gok meer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Hoeveel vlakken raakt elke regel?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de basisdata · een vlak kan in meerdere balken staan</a:t>
            </a:r>
          </a:p>
        </p:txBody>
      </p:sp>
      <p:pic>
        <p:nvPicPr>
          <p:cNvPr id="4" name="Picture 3" descr="rule_tou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5 165 van de 11 517 vlakken worden door ≥ 1 regel geraakt; 284 verdwijnen helemaal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Kronkelende lijnen, doolhoven en uitschieters in de tijd zijn púúr SAM-verschijnselen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Hoogtemodel-vlakken worden vrijwel alleen door het kribbenmasker en fragmenten geraakt (429 van 2 033)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'Te weinig punten' raakt op zichzelf niets — het bijt pas nadat andere regels een meting uitdunnen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doet elke regel alleen?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het 19 aug-model · vaste testset · resolutie 1</a:t>
            </a:r>
          </a:p>
        </p:txBody>
      </p:sp>
      <p:pic>
        <p:nvPicPr>
          <p:cNvPr id="4" name="Picture 3" descr="rul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Grootste winst: de uitschieter in de tijd (3.99 → 3.03) — één afwijkende meting vervuilde het hele vlak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Doolhof, fragment en kronkelende lijn elk ≈ −0.3 tot −0.4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Verkeerde oever en te weinig punten alleen: nauwelijks — ze werken pas in combinatie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Samen: 2.27 — meer dan de som van de delen, omdat de regels elkaars ruis wegnemen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Opschonen: van 3.99 naar 2.27 op de vaste testset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Zeven regels — herstellen in plaats van weggooien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Kronkelende lijnen, verkeerde oever, doolhoven, fragmenten, te weinig punten, uitschieters t.o.v. de trend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Een uitschieter kost één meting, niet het hele vlak: +511 vlakken t.o.v. de oude |v| &gt; 50-filter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Elke variant visueel gecontroleerd (50+ varianten, dekking blijft 0.94)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544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1">
                <a:solidFill>
                  <a:srgbClr val="6B7778"/>
                </a:solidFill>
              </a:defRPr>
            </a:pPr>
            <a:r>
              <a:t>Leeswijzer: 4.12 was de score van het 19 aug-model op zijn eigen willekeurige train/test-splitsing. Voor het experiment is één vaste testset van 1 174 vlakken bevroren zodat 50+ varianten vergelijkbaar zijn; datzelfde model scoort daarop 3.99. Alle stappen hierna zijn op deze set gemeten.</a:t>
            </a:r>
          </a:p>
        </p:txBody>
      </p:sp>
      <p:pic>
        <p:nvPicPr>
          <p:cNvPr id="10" name="Picture 9" descr="cleaning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8686800" cy="36287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als feature én als meetlat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2a · de hele meetreeks als feature: 2.27 → 2.13   ·   2b · paren ≥ 2 jaar als meetlat: 1.37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2a · Features uit de hele meetreeks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 — zelfde doel, zelfde split: 2.27 → 2.13</a:t>
            </a:r>
          </a:p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2b · Paren ≥ 2 jaar als meetlat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Hoogtemodel-opnames liggen 3–5 jaar uit elkaar; SAM 1 jaar → dezelfde meetruis ÷ 1 jaar = ruis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Zelfde doel (m/jr), alleen paren ≥ 2 jaar, álle paren: 1 vlak met 6 metingen = 10 leervoorbeelden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Eerlijk: de naïeve fout zakt mee (2.67 → 1.77); de skill gaat van +20 % naar +23 %. Dit is 'meten wat we kunnen voorspellen', geen 35 % beter model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Nog niet overal: 715 van 1 174 testvlakken hebben zo'n paar — groeit met elk SAM-jaar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Wat niet werkte: losse jaar-op-jaar stappen als doel, huber-loss, debiet</a:t>
            </a:r>
          </a:p>
        </p:txBody>
      </p:sp>
      <p:pic>
        <p:nvPicPr>
          <p:cNvPr id="7" name="Picture 6" descr="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6766560" cy="295268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op de vaste testset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2.25 (R = 1) naar 1.88 (R = 5) en 1.61 (R = 20) — kleiner wordt nauwkeuriger, niet ruiziger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Terug-samengevoegd per vlak blijft de fout ≈ 2.1–2.2: het vlak-getal zelf heeft een vloer (0.5–1.1 m/jr representatiefout)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Grens ligt bij de lijnbemonstering (60 punten per lijn), niet bij het model · praktisch: R = 5–10 (≈ 10–20 m)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3300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historie-features: −0.14 · structurenlaag: ±0 (dekking/juistheid) · resolutie: andere eenheid, −0.25 per segment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En de regels raken op: wat overblijft, kan alleen een mens zien.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Scorebord — eerlijk gemeten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Alleen binnen een rij vergelijken: elke rij is een andere meetlat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4.6 / 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5.0 / 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· ≥ 2 jr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Eerlijk: de testset speelt geen rol meer bij het trainen (in maart en augustus wél) — strenger, en tóch lager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Vlakken met voorspelling 8 006 → 10 721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1.23 is m/jr op een gladdere meetlat — lees het als '31 % beter dan niets doen', niet als '2× beter dan 2.47'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Toezegging 10× (op 4.12): nu 1.7× op die exacte meetlat, met strengere validatie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17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een verwachte positie ≥ 2 jaar vooruit (48 000 segmenten, 10 000 vlakken)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Vijf segmenten per vlak; gemeten én voorspelde oever als lijn; positiefout ≈ 1 m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1760</Words>
  <Application>Microsoft Macintosh PowerPoint</Application>
  <PresentationFormat>Widescreen</PresentationFormat>
  <Paragraphs>180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4</cp:revision>
  <dcterms:created xsi:type="dcterms:W3CDTF">2013-01-27T09:14:16Z</dcterms:created>
  <dcterms:modified xsi:type="dcterms:W3CDTF">2026-08-26T06:57:02Z</dcterms:modified>
  <cp:category/>
</cp:coreProperties>
</file>