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0" r:id="rId5"/>
    <p:sldId id="259" r:id="rId6"/>
    <p:sldId id="271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/>
    <p:restoredTop sz="94695"/>
  </p:normalViewPr>
  <p:slideViewPr>
    <p:cSldViewPr snapToGrid="0" snapToObjects="1">
      <p:cViewPr>
        <p:scale>
          <a:sx n="117" d="100"/>
          <a:sy n="117" d="100"/>
        </p:scale>
        <p:origin x="-288" y="-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Oevererosietool — van lijn naar oever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Voortgang voorspellend model · wat we vonden · wat we nodig hebben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t>Update 26 augustus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scopevlak — en een oever is geen rechte lijn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hoogtemodel (maart): de ene afstand (gestippeld) ligt 38 m naast de gemeten oever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er sindsdien binnenkwam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3</a:t>
            </a:r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548640" y="5577840"/>
            <a:ext cx="11064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 — </a:t>
            </a:r>
            <a:r>
              <a:rPr dirty="0" err="1"/>
              <a:t>ook</a:t>
            </a:r>
            <a:r>
              <a:rPr dirty="0"/>
              <a:t> die van de baseline.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351747"/>
              </p:ext>
            </p:extLst>
          </p:nvPr>
        </p:nvGraphicFramePr>
        <p:xfrm>
          <a:off x="548640" y="1463040"/>
          <a:ext cx="11064240" cy="391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maart 2026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19 augustus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hybride (SAM + hoogtemodel)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nu: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uitgangspunt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dirty="0" err="1">
                          <a:solidFill>
                            <a:schemeClr val="tx1"/>
                          </a:solidFill>
                        </a:rPr>
                        <a:t>zelfde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model,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vaste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testset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4.68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3.99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15 % beter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9.13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8.30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v_test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vast · 1 174 </a:t>
                      </a:r>
                      <a:r>
                        <a:rPr dirty="0" err="1"/>
                        <a:t>vlakken</a:t>
                      </a:r>
                      <a:endParaRPr dirty="0"/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7 444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8 006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10 437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Uitgangspunt: het model van 19 augustus, resolutie 1, één vaste testset van 1 174 vlakken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Verkeerde-oever-detecties weghalen zónder de meting weg te gooien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Kribben, bruggen, nevengeulen, doolhoven, fragmenten, uitschieters in de tijd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t>Leeswijzer: op deze vaste testset scoort het model van 19 augustus 3.99 m/jr (4.12 op de eigen split van toen). Alle cijfers hierna zijn op deze set, zodat stappen optelbaar zijn.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Vijf terugkerende patronen — elk een 'oever' die geen oever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t="20030"/>
          <a:stretch>
            <a:fillRect/>
          </a:stretch>
        </p:blipFill>
        <p:spPr>
          <a:xfrm>
            <a:off x="289560" y="1993900"/>
            <a:ext cx="11612880" cy="52226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(5.9 %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Opschonen: van 3.99 naar 2.27 op de vaste testset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Zeven regels — herstellen in plaats van weggooien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6949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Kronkelende lijnen, verkeerde oever, doolhoven, fragmenten, te weinig punten, uitschieters t.o.v. de trend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Een uitschieter kost één meting, niet het hele vlak: +511 vlakken t.o.v. de oude |v| &gt; 50-filter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Elke variant visueel gecontroleerd (50+ varianten, dekking blijft 0.94)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5448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1">
                <a:solidFill>
                  <a:srgbClr val="6B7778"/>
                </a:solidFill>
              </a:defRPr>
            </a:pPr>
            <a:r>
              <a:t>Leeswijzer: 4.12 was de score van het 19 aug-model op zijn eigen willekeurige train/test-splitsing. Voor het experiment is één vaste testset van 1 174 vlakken bevroren zodat 50+ varianten vergelijkbaar zijn; datzelfde model scoort daarop 3.99. Alle stappen hierna zijn op deze set gemeten.</a:t>
            </a:r>
          </a:p>
        </p:txBody>
      </p:sp>
      <p:pic>
        <p:nvPicPr>
          <p:cNvPr id="10" name="Picture 9" descr="cleaning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8686800" cy="36287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Kribben en kunstwerken: nu een laag, geen gok meer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Deze week geleverd: kribben landelijk (1 922 → 4 698) + 6 386 kunstwerken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3566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40233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Op de vaste testset is de laag metrisch neutraal: de opschoonregels vangen deze artefacten al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Wél: 218 vlakken vallen af waarvan de 'oever' een constructie was — juistheid en dekking, geen foutwinst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Les: wat een regel kan afleiden, hoeft niet gelabeld · wat een regel níet kan zien, wel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  <p:pic>
        <p:nvPicPr>
          <p:cNvPr id="9" name="Picture 8" descr="structures_ab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463040"/>
            <a:ext cx="4572000" cy="19098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van 2.27 naar 2.13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Historie-features op resolutie 1 — en de horizon als meetlat voor het alarm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Features uit de hele meetreeks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níet werkte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Trainen op losse jaar-op-jaar stappen (sub-jaar ruis), huber-loss (beter gemiddeld, slechter op de staart), debiet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Horizon ≥ 2 jaar — voor het alarm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Hoogtemodel-paren zijn altijd 3–5 jaar uit elkaar; SAM-paren 1 jaar → ruis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Zelfde doel (m/jr), zelfde fout, alleen paren ≥ 2 jaar: 1 vlak met 6 metingen = 10 leervoorbeelden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28265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−9.7 m/jr; de vijf segmenten lopen van −17.1 tot +1.4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op de vaste testset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2.25 (R = 1) naar 1.88 (R = 5) en 1.61 (R = 20) — kleiner wordt nauwkeuriger, niet ruiziger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Terug-samengevoegd per vlak blijft de fout ≈ 2.1–2.2: het vlak-getal zelf heeft een vloer (0.5–1.1 m/jr representatiefout)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Grens ligt bij de lijnbemonstering (60 punten per lijn), niet bij het model · praktisch: R = 5–10 (≈ 10–20 m)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3300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−1.72 m/jr (−43 %) · historie-features: −0.14 · structurenlaag: ±0 (dekking/juistheid) · resolutie: andere eenheid, −0.25 per segment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En de regels raken op: wat overblijft, kan alleen een mens zien.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Scorebord — eerlijk gemeten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Alleen binnen een rij vergelijken: elke rij is een andere meetlat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4.6 / 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5.0 / 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· ≥ 2 jr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Eerlijk: de testset speelt geen rol meer bij het trainen (in maart en augustus wél) — strenger, en tóch lager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Vlakken met voorspelling 8 006 → 10 721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1.23 is m/jr op een gladdere meetlat — lees het als '31 % beter dan niets doen', niet als '2× beter dan 2.47'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Toezegging 10× (op 4.12): nu 1.7× op die exacte meetlat, met strengere validatie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een verwachte positie ≥ 2 jaar vooruit (48 000 segmenten, 10 000 vlakken)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Vijf segmenten per vlak; gemeten én voorspelde oever als lijn; positiefout ≈ 1 m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1760</Words>
  <Application>Microsoft Macintosh PowerPoint</Application>
  <PresentationFormat>Widescreen</PresentationFormat>
  <Paragraphs>180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4</cp:revision>
  <dcterms:created xsi:type="dcterms:W3CDTF">2013-01-27T09:14:16Z</dcterms:created>
  <dcterms:modified xsi:type="dcterms:W3CDTF">2026-08-26T06:57:02Z</dcterms:modified>
  <cp:category/>
</cp:coreProperties>
</file>