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Where we are, and what we need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The worst predictions come from a few bad input lines — most of them fixable before the hybrid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t>Since 14 Sep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Etienne's root causes attached to the 100 worst SAM regions, one gallery sorted by cause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A check that finds the survey that disagrees with the rest of its region, along the bank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First test of two masks: the RWS side-channel register, and wider buffers around locks and moorings</a:t>
            </a:r>
          </a:p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t>Today we need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Luke: the lines that go into the hybrid, both models per region — and the new Rijntakken height data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Etienne: the cloud share on every SAM line (or re-exports at 0 % and 5 %), and a check of the masks</a:t>
            </a:r>
          </a:p>
          <a:p>
            <a:pPr>
              <a:spcAft>
                <a:spcPts val="800"/>
              </a:spcAft>
              <a:defRPr sz="1800" b="1">
                <a:solidFill>
                  <a:srgbClr val="1F3A3D"/>
                </a:solidFill>
              </a:defRPr>
            </a:pPr>
            <a:r>
              <a:t>Next milestone</a:t>
            </a:r>
          </a:p>
          <a:p>
            <a:pPr>
              <a:spcAft>
                <a:spcPts val="800"/>
              </a:spcAft>
              <a:defRPr sz="1800" b="0">
                <a:solidFill>
                  <a:srgbClr val="1F3A3D"/>
                </a:solidFill>
              </a:defRPr>
            </a:pPr>
            <a:r>
              <a:t>• Pre-meeting 14 Oct with RWS and Van Oord colleagues outside the core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Why the worst regions are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100 worst-predicted SAM regions after our cleaning — Etienne reviewed 56 on the satellite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2</a:t>
            </a:r>
          </a:p>
        </p:txBody>
      </p:sp>
      <p:pic>
        <p:nvPicPr>
          <p:cNvPr id="5" name="Picture 4" descr="causes_chart_2026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07726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t>• Every one of these got through our current rules: the bad line looks like a normal bank line</a:t>
            </a:r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t>• Clouds (20) and shadow (8) are image quality — fixable at the source</a:t>
            </a:r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t>• Side channels (12) and moored ships (5) are geometric — fixable with a mask</a:t>
            </a:r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t>• 85 of the 100 worst have SAM preference; all won the hybrid's points count, 44 by only 1–2 points</a:t>
            </a:r>
          </a:p>
          <a:p>
            <a:pPr>
              <a:spcAft>
                <a:spcPts val="800"/>
              </a:spcAft>
              <a:defRPr sz="1500" b="0">
                <a:solidFill>
                  <a:srgbClr val="1F3A3D"/>
                </a:solidFill>
              </a:defRPr>
            </a:pPr>
            <a:r>
              <a:t>• Two are real erosion the model missed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The bad line is usually the newest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Red = the stretch of a survey that is 8 m or more off the agreeing majority of its region's surveys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3</a:t>
            </a:r>
          </a:p>
        </p:txBody>
      </p:sp>
      <p:pic>
        <p:nvPicPr>
          <p:cNvPr id="5" name="Picture 4" descr="cloud_panels_2026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863840" cy="4618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t>• Cloud regions: in 14 of 20 the odd one out is the latest survey (March–April 2026), 12–38 m off</a:t>
            </a:r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t>• Shadow: always riverward — a line in the water</a:t>
            </a:r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t>• The existing trend rule misses them: they sit under its 15 m threshold</a:t>
            </a:r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t>• Limit: real erosion on the latest image looks the same until the next image confirms it</a:t>
            </a:r>
          </a:p>
          <a:p>
            <a:pPr>
              <a:spcAft>
                <a:spcPts val="700"/>
              </a:spcAft>
              <a:defRPr sz="1300" b="0">
                <a:solidFill>
                  <a:srgbClr val="1F3A3D"/>
                </a:solidFill>
              </a:defRPr>
            </a:pPr>
            <a:r>
              <a:t>• Hence the ask: the cloud share per line lets us drop these at the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First mask results: side channels yes, ships not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Masks applied to the cleaned samples of the current run · not yet run through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4</a:t>
            </a:r>
          </a:p>
        </p:txBody>
      </p:sp>
      <p:pic>
        <p:nvPicPr>
          <p:cNvPr id="5" name="Picture 4" descr="side_channel_mask_check_2026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52272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4630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3A3D"/>
                </a:solidFill>
              </a:defRPr>
            </a:pPr>
            <a:r>
              <a:t>Side channels — RWS nevengeulen register, +10 m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Hits 5 of Etienne's 12 side-channel regions, removing 25–83 % of their samples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Also hits 663 other regions; in a spot check most look like the same failure (the line found along the side channel, far from the river edge) — Etienne to review a sample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The other 7: strangen and plassen not in the register</a:t>
            </a:r>
          </a:p>
          <a:p>
            <a:pPr>
              <a:spcAft>
                <a:spcPts val="600"/>
              </a:spcAft>
              <a:defRPr sz="1300" b="1">
                <a:solidFill>
                  <a:srgbClr val="1F3A3D"/>
                </a:solidFill>
              </a:defRPr>
            </a:pPr>
            <a:r>
              <a:t>Ships — not locks, moored ships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4 of 5 ship regions lie 22–125 m from a mooring jetty; locks are 225 m to 4 km away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A 100 m jetty buffer hits 3 of 5 but also 569 other regions — too blunt; needs a smarter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5760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7778"/>
                </a:solidFill>
              </a:defRPr>
            </a:pPr>
            <a:r>
              <a:t>Left: 3 of Etienne's side-channel regions (TARGET) and 9 random other regions the mask hits by ≥ 50 %; red = removed.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What we need from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Lars, Sytze and Joost are away — Etienne and Luke, can you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66928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who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Luke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The lines that go into the hybrid after your cleaning — both models per region, before the points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Validate the preference; ~2,200 extra modellable regions. We have the raw inputs, not this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Luke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New Rijntakken height data: available to us? time to process? in scope for the demo in 5 weeks?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A recent measurement for every Rijntakken region, whichever model 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Etienne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Cloud share as an attribute on every SAM line (fallback: re-exports at 0 % and 5 %) — can you run Lars's pipeline?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The single biggest fix: 20 of the 56 reviewed failures are clouds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Etienne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Check the masks: right layer for side channels, right width around locks?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Before they change the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Pam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Access to the Claap recordings after 2 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Meeting notes to work from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Towards 14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Pre-meeting with RWS and Van Oord colleagues outside the core group — a first outside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WOCU weekly 30-09-2026 ·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66160" cy="54864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Skill on VVR regions — where the tool matters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The 50 worst VVR regions, with root causes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Error on height-model vs SAM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3736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Stretch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Effect of the masks on skill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Cloud filter, if the attribute arrives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Rijntakken with the new height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73736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 agree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6888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Who comes on 14 Oct, and what they expect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Soft launch date and the asset-manager session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When our section of the Phase 2 report is due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